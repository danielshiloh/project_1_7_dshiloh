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7748D3-14AA-434B-8BE7-07DA88D847D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703BC9-D6D3-44EA-83A1-3C5C6FA9AE1D}">
      <dgm:prSet custT="1"/>
      <dgm:spPr/>
      <dgm:t>
        <a:bodyPr/>
        <a:lstStyle/>
        <a:p>
          <a:r>
            <a:rPr lang="en-US" sz="4000" dirty="0"/>
            <a:t>Wrote outline first</a:t>
          </a:r>
        </a:p>
      </dgm:t>
    </dgm:pt>
    <dgm:pt modelId="{067CCE07-FB17-4B10-B447-FF4D49818B80}" type="parTrans" cxnId="{8F9E06ED-4798-4998-98B9-906EDAE8E7A3}">
      <dgm:prSet/>
      <dgm:spPr/>
      <dgm:t>
        <a:bodyPr/>
        <a:lstStyle/>
        <a:p>
          <a:endParaRPr lang="en-US" sz="4000"/>
        </a:p>
      </dgm:t>
    </dgm:pt>
    <dgm:pt modelId="{0DAEC9C4-B836-489C-A2F6-A857BC9AE196}" type="sibTrans" cxnId="{8F9E06ED-4798-4998-98B9-906EDAE8E7A3}">
      <dgm:prSet/>
      <dgm:spPr/>
      <dgm:t>
        <a:bodyPr/>
        <a:lstStyle/>
        <a:p>
          <a:endParaRPr lang="en-US" sz="4000"/>
        </a:p>
      </dgm:t>
    </dgm:pt>
    <dgm:pt modelId="{53B7F0E5-635B-46AF-97DF-7A0B2C429CEF}">
      <dgm:prSet custT="1"/>
      <dgm:spPr/>
      <dgm:t>
        <a:bodyPr/>
        <a:lstStyle/>
        <a:p>
          <a:r>
            <a:rPr lang="en-US" sz="4000"/>
            <a:t>Pseudocoded logic</a:t>
          </a:r>
        </a:p>
      </dgm:t>
    </dgm:pt>
    <dgm:pt modelId="{609AEAA1-761F-4597-BA65-33008B4E4BB4}" type="parTrans" cxnId="{C6C5E0F8-7A21-4A80-B68B-C2D348C6051D}">
      <dgm:prSet/>
      <dgm:spPr/>
      <dgm:t>
        <a:bodyPr/>
        <a:lstStyle/>
        <a:p>
          <a:endParaRPr lang="en-US" sz="4000"/>
        </a:p>
      </dgm:t>
    </dgm:pt>
    <dgm:pt modelId="{ABD84DFC-D062-4FD0-9AE5-1403BC24A4C2}" type="sibTrans" cxnId="{C6C5E0F8-7A21-4A80-B68B-C2D348C6051D}">
      <dgm:prSet/>
      <dgm:spPr/>
      <dgm:t>
        <a:bodyPr/>
        <a:lstStyle/>
        <a:p>
          <a:endParaRPr lang="en-US" sz="4000"/>
        </a:p>
      </dgm:t>
    </dgm:pt>
    <dgm:pt modelId="{5B1BFEC6-9CAC-49AC-B5D5-36CDE351F873}" type="pres">
      <dgm:prSet presAssocID="{1C7748D3-14AA-434B-8BE7-07DA88D847D1}" presName="diagram" presStyleCnt="0">
        <dgm:presLayoutVars>
          <dgm:dir/>
          <dgm:resizeHandles val="exact"/>
        </dgm:presLayoutVars>
      </dgm:prSet>
      <dgm:spPr/>
    </dgm:pt>
    <dgm:pt modelId="{D70A1787-9403-44D1-8A03-C57562E99098}" type="pres">
      <dgm:prSet presAssocID="{14703BC9-D6D3-44EA-83A1-3C5C6FA9AE1D}" presName="node" presStyleLbl="node1" presStyleIdx="0" presStyleCnt="2">
        <dgm:presLayoutVars>
          <dgm:bulletEnabled val="1"/>
        </dgm:presLayoutVars>
      </dgm:prSet>
      <dgm:spPr/>
    </dgm:pt>
    <dgm:pt modelId="{D19B8B00-5B33-4927-9599-C8EB83628241}" type="pres">
      <dgm:prSet presAssocID="{0DAEC9C4-B836-489C-A2F6-A857BC9AE196}" presName="sibTrans" presStyleCnt="0"/>
      <dgm:spPr/>
    </dgm:pt>
    <dgm:pt modelId="{9B53CBB3-E747-4983-930E-AE4372CD2FC8}" type="pres">
      <dgm:prSet presAssocID="{53B7F0E5-635B-46AF-97DF-7A0B2C429CEF}" presName="node" presStyleLbl="node1" presStyleIdx="1" presStyleCnt="2">
        <dgm:presLayoutVars>
          <dgm:bulletEnabled val="1"/>
        </dgm:presLayoutVars>
      </dgm:prSet>
      <dgm:spPr/>
    </dgm:pt>
  </dgm:ptLst>
  <dgm:cxnLst>
    <dgm:cxn modelId="{2ACA0C67-8F28-4621-99B2-77914356DC0E}" type="presOf" srcId="{53B7F0E5-635B-46AF-97DF-7A0B2C429CEF}" destId="{9B53CBB3-E747-4983-930E-AE4372CD2FC8}" srcOrd="0" destOrd="0" presId="urn:microsoft.com/office/officeart/2005/8/layout/default"/>
    <dgm:cxn modelId="{62A51BA6-A21F-472D-B35C-3789A3FB47EC}" type="presOf" srcId="{14703BC9-D6D3-44EA-83A1-3C5C6FA9AE1D}" destId="{D70A1787-9403-44D1-8A03-C57562E99098}" srcOrd="0" destOrd="0" presId="urn:microsoft.com/office/officeart/2005/8/layout/default"/>
    <dgm:cxn modelId="{8F9E06ED-4798-4998-98B9-906EDAE8E7A3}" srcId="{1C7748D3-14AA-434B-8BE7-07DA88D847D1}" destId="{14703BC9-D6D3-44EA-83A1-3C5C6FA9AE1D}" srcOrd="0" destOrd="0" parTransId="{067CCE07-FB17-4B10-B447-FF4D49818B80}" sibTransId="{0DAEC9C4-B836-489C-A2F6-A857BC9AE196}"/>
    <dgm:cxn modelId="{DE43E4ED-AEC0-41D1-B933-7900DD0347DF}" type="presOf" srcId="{1C7748D3-14AA-434B-8BE7-07DA88D847D1}" destId="{5B1BFEC6-9CAC-49AC-B5D5-36CDE351F873}" srcOrd="0" destOrd="0" presId="urn:microsoft.com/office/officeart/2005/8/layout/default"/>
    <dgm:cxn modelId="{C6C5E0F8-7A21-4A80-B68B-C2D348C6051D}" srcId="{1C7748D3-14AA-434B-8BE7-07DA88D847D1}" destId="{53B7F0E5-635B-46AF-97DF-7A0B2C429CEF}" srcOrd="1" destOrd="0" parTransId="{609AEAA1-761F-4597-BA65-33008B4E4BB4}" sibTransId="{ABD84DFC-D062-4FD0-9AE5-1403BC24A4C2}"/>
    <dgm:cxn modelId="{A59874CD-8A31-4ABE-A9EF-DA9CB744926B}" type="presParOf" srcId="{5B1BFEC6-9CAC-49AC-B5D5-36CDE351F873}" destId="{D70A1787-9403-44D1-8A03-C57562E99098}" srcOrd="0" destOrd="0" presId="urn:microsoft.com/office/officeart/2005/8/layout/default"/>
    <dgm:cxn modelId="{237C8769-1AE3-4772-8224-73F43D622F01}" type="presParOf" srcId="{5B1BFEC6-9CAC-49AC-B5D5-36CDE351F873}" destId="{D19B8B00-5B33-4927-9599-C8EB83628241}" srcOrd="1" destOrd="0" presId="urn:microsoft.com/office/officeart/2005/8/layout/default"/>
    <dgm:cxn modelId="{3266CD0B-D4AC-4409-A274-185B7E508034}" type="presParOf" srcId="{5B1BFEC6-9CAC-49AC-B5D5-36CDE351F873}" destId="{9B53CBB3-E747-4983-930E-AE4372CD2FC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373917-75DD-4599-8ADE-BCA54B1E2DE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543E0C-EE27-46FE-B9EA-8150F69053DB}">
      <dgm:prSet/>
      <dgm:spPr/>
      <dgm:t>
        <a:bodyPr/>
        <a:lstStyle/>
        <a:p>
          <a:r>
            <a:rPr lang="en-US" dirty="0"/>
            <a:t>Time management</a:t>
          </a:r>
        </a:p>
      </dgm:t>
    </dgm:pt>
    <dgm:pt modelId="{5AD5DF0E-90F3-4444-8401-520CF550FB08}" type="parTrans" cxnId="{87BDDB87-4DA2-437F-9BF3-72ACC82A49A1}">
      <dgm:prSet/>
      <dgm:spPr/>
      <dgm:t>
        <a:bodyPr/>
        <a:lstStyle/>
        <a:p>
          <a:endParaRPr lang="en-US"/>
        </a:p>
      </dgm:t>
    </dgm:pt>
    <dgm:pt modelId="{C06C054E-4B07-4406-AC83-233F51279C41}" type="sibTrans" cxnId="{87BDDB87-4DA2-437F-9BF3-72ACC82A49A1}">
      <dgm:prSet/>
      <dgm:spPr/>
      <dgm:t>
        <a:bodyPr/>
        <a:lstStyle/>
        <a:p>
          <a:endParaRPr lang="en-US"/>
        </a:p>
      </dgm:t>
    </dgm:pt>
    <dgm:pt modelId="{03D3782A-7CFB-418B-9594-FAC80BFE2FF1}">
      <dgm:prSet/>
      <dgm:spPr/>
      <dgm:t>
        <a:bodyPr/>
        <a:lstStyle/>
        <a:p>
          <a:r>
            <a:rPr lang="en-US"/>
            <a:t>Late-stage additions</a:t>
          </a:r>
        </a:p>
      </dgm:t>
    </dgm:pt>
    <dgm:pt modelId="{CE95C756-5BD5-4A93-8D0E-C1CCD7135221}" type="parTrans" cxnId="{A6AE9B31-0BFA-4875-80F5-3E92596C9047}">
      <dgm:prSet/>
      <dgm:spPr/>
      <dgm:t>
        <a:bodyPr/>
        <a:lstStyle/>
        <a:p>
          <a:endParaRPr lang="en-US"/>
        </a:p>
      </dgm:t>
    </dgm:pt>
    <dgm:pt modelId="{736689D8-883C-42C4-9F9C-1BD17E8BB187}" type="sibTrans" cxnId="{A6AE9B31-0BFA-4875-80F5-3E92596C9047}">
      <dgm:prSet/>
      <dgm:spPr/>
      <dgm:t>
        <a:bodyPr/>
        <a:lstStyle/>
        <a:p>
          <a:endParaRPr lang="en-US"/>
        </a:p>
      </dgm:t>
    </dgm:pt>
    <dgm:pt modelId="{3D8C0AD1-8792-45BF-B3AB-DC24F2D9E88D}" type="pres">
      <dgm:prSet presAssocID="{F7373917-75DD-4599-8ADE-BCA54B1E2DE2}" presName="root" presStyleCnt="0">
        <dgm:presLayoutVars>
          <dgm:dir/>
          <dgm:resizeHandles val="exact"/>
        </dgm:presLayoutVars>
      </dgm:prSet>
      <dgm:spPr/>
    </dgm:pt>
    <dgm:pt modelId="{D61DF077-6DCD-402A-8DCC-A59908F20D9A}" type="pres">
      <dgm:prSet presAssocID="{A4543E0C-EE27-46FE-B9EA-8150F69053DB}" presName="compNode" presStyleCnt="0"/>
      <dgm:spPr/>
    </dgm:pt>
    <dgm:pt modelId="{A53DD666-DBA9-44A4-BFC3-0B7905350CFB}" type="pres">
      <dgm:prSet presAssocID="{A4543E0C-EE27-46FE-B9EA-8150F69053D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36B499-24D8-4F62-BC71-B1C0692A6331}" type="pres">
      <dgm:prSet presAssocID="{A4543E0C-EE27-46FE-B9EA-8150F69053DB}" presName="spaceRect" presStyleCnt="0"/>
      <dgm:spPr/>
    </dgm:pt>
    <dgm:pt modelId="{893BDFFF-54D3-40C4-8EAA-168F449C4109}" type="pres">
      <dgm:prSet presAssocID="{A4543E0C-EE27-46FE-B9EA-8150F69053DB}" presName="textRect" presStyleLbl="revTx" presStyleIdx="0" presStyleCnt="2">
        <dgm:presLayoutVars>
          <dgm:chMax val="1"/>
          <dgm:chPref val="1"/>
        </dgm:presLayoutVars>
      </dgm:prSet>
      <dgm:spPr/>
    </dgm:pt>
    <dgm:pt modelId="{FA367CA5-B4B2-425D-9DAB-E133F98560B7}" type="pres">
      <dgm:prSet presAssocID="{C06C054E-4B07-4406-AC83-233F51279C41}" presName="sibTrans" presStyleCnt="0"/>
      <dgm:spPr/>
    </dgm:pt>
    <dgm:pt modelId="{C5969ABF-9C23-4F29-9A46-CB4E92DB0A42}" type="pres">
      <dgm:prSet presAssocID="{03D3782A-7CFB-418B-9594-FAC80BFE2FF1}" presName="compNode" presStyleCnt="0"/>
      <dgm:spPr/>
    </dgm:pt>
    <dgm:pt modelId="{EF48C611-5A24-47E8-9126-93059B3DA8AD}" type="pres">
      <dgm:prSet presAssocID="{03D3782A-7CFB-418B-9594-FAC80BFE2FF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263C5F0-9FB6-4030-ACEA-6F805BC3866F}" type="pres">
      <dgm:prSet presAssocID="{03D3782A-7CFB-418B-9594-FAC80BFE2FF1}" presName="spaceRect" presStyleCnt="0"/>
      <dgm:spPr/>
    </dgm:pt>
    <dgm:pt modelId="{E7E79174-EF36-45B3-9AFB-794E734712E7}" type="pres">
      <dgm:prSet presAssocID="{03D3782A-7CFB-418B-9594-FAC80BFE2FF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6F4726-C6DD-458D-84B3-95938FF9542A}" type="presOf" srcId="{03D3782A-7CFB-418B-9594-FAC80BFE2FF1}" destId="{E7E79174-EF36-45B3-9AFB-794E734712E7}" srcOrd="0" destOrd="0" presId="urn:microsoft.com/office/officeart/2018/2/layout/IconLabelList"/>
    <dgm:cxn modelId="{A6AE9B31-0BFA-4875-80F5-3E92596C9047}" srcId="{F7373917-75DD-4599-8ADE-BCA54B1E2DE2}" destId="{03D3782A-7CFB-418B-9594-FAC80BFE2FF1}" srcOrd="1" destOrd="0" parTransId="{CE95C756-5BD5-4A93-8D0E-C1CCD7135221}" sibTransId="{736689D8-883C-42C4-9F9C-1BD17E8BB187}"/>
    <dgm:cxn modelId="{87BDDB87-4DA2-437F-9BF3-72ACC82A49A1}" srcId="{F7373917-75DD-4599-8ADE-BCA54B1E2DE2}" destId="{A4543E0C-EE27-46FE-B9EA-8150F69053DB}" srcOrd="0" destOrd="0" parTransId="{5AD5DF0E-90F3-4444-8401-520CF550FB08}" sibTransId="{C06C054E-4B07-4406-AC83-233F51279C41}"/>
    <dgm:cxn modelId="{8D2CA089-B940-46D1-A65D-1A894A99BB01}" type="presOf" srcId="{F7373917-75DD-4599-8ADE-BCA54B1E2DE2}" destId="{3D8C0AD1-8792-45BF-B3AB-DC24F2D9E88D}" srcOrd="0" destOrd="0" presId="urn:microsoft.com/office/officeart/2018/2/layout/IconLabelList"/>
    <dgm:cxn modelId="{1C6FE898-6EFA-4225-A2E5-AF2B92509B28}" type="presOf" srcId="{A4543E0C-EE27-46FE-B9EA-8150F69053DB}" destId="{893BDFFF-54D3-40C4-8EAA-168F449C4109}" srcOrd="0" destOrd="0" presId="urn:microsoft.com/office/officeart/2018/2/layout/IconLabelList"/>
    <dgm:cxn modelId="{0902AD1B-50C9-48A5-BCA5-570FC9C32D86}" type="presParOf" srcId="{3D8C0AD1-8792-45BF-B3AB-DC24F2D9E88D}" destId="{D61DF077-6DCD-402A-8DCC-A59908F20D9A}" srcOrd="0" destOrd="0" presId="urn:microsoft.com/office/officeart/2018/2/layout/IconLabelList"/>
    <dgm:cxn modelId="{44B41296-9C09-45CE-A075-6AC2DBEA130E}" type="presParOf" srcId="{D61DF077-6DCD-402A-8DCC-A59908F20D9A}" destId="{A53DD666-DBA9-44A4-BFC3-0B7905350CFB}" srcOrd="0" destOrd="0" presId="urn:microsoft.com/office/officeart/2018/2/layout/IconLabelList"/>
    <dgm:cxn modelId="{557A3EED-60BD-4E61-8345-40A041DAB3C4}" type="presParOf" srcId="{D61DF077-6DCD-402A-8DCC-A59908F20D9A}" destId="{B436B499-24D8-4F62-BC71-B1C0692A6331}" srcOrd="1" destOrd="0" presId="urn:microsoft.com/office/officeart/2018/2/layout/IconLabelList"/>
    <dgm:cxn modelId="{638E72F6-E5EA-40A4-9DEC-28AC4AF58068}" type="presParOf" srcId="{D61DF077-6DCD-402A-8DCC-A59908F20D9A}" destId="{893BDFFF-54D3-40C4-8EAA-168F449C4109}" srcOrd="2" destOrd="0" presId="urn:microsoft.com/office/officeart/2018/2/layout/IconLabelList"/>
    <dgm:cxn modelId="{2349E3BE-FEA5-4107-BC92-334DB7AC1D58}" type="presParOf" srcId="{3D8C0AD1-8792-45BF-B3AB-DC24F2D9E88D}" destId="{FA367CA5-B4B2-425D-9DAB-E133F98560B7}" srcOrd="1" destOrd="0" presId="urn:microsoft.com/office/officeart/2018/2/layout/IconLabelList"/>
    <dgm:cxn modelId="{B6718C7F-C64D-49D2-A6E8-E238967755EE}" type="presParOf" srcId="{3D8C0AD1-8792-45BF-B3AB-DC24F2D9E88D}" destId="{C5969ABF-9C23-4F29-9A46-CB4E92DB0A42}" srcOrd="2" destOrd="0" presId="urn:microsoft.com/office/officeart/2018/2/layout/IconLabelList"/>
    <dgm:cxn modelId="{22BA74BE-27E4-4600-9B5E-A2E58168BE7A}" type="presParOf" srcId="{C5969ABF-9C23-4F29-9A46-CB4E92DB0A42}" destId="{EF48C611-5A24-47E8-9126-93059B3DA8AD}" srcOrd="0" destOrd="0" presId="urn:microsoft.com/office/officeart/2018/2/layout/IconLabelList"/>
    <dgm:cxn modelId="{7A39629C-B787-452D-84DD-64D17D558FFB}" type="presParOf" srcId="{C5969ABF-9C23-4F29-9A46-CB4E92DB0A42}" destId="{4263C5F0-9FB6-4030-ACEA-6F805BC3866F}" srcOrd="1" destOrd="0" presId="urn:microsoft.com/office/officeart/2018/2/layout/IconLabelList"/>
    <dgm:cxn modelId="{50D98BE7-155A-44C5-B8C1-F4BC1D707745}" type="presParOf" srcId="{C5969ABF-9C23-4F29-9A46-CB4E92DB0A42}" destId="{E7E79174-EF36-45B3-9AFB-794E734712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17EADD-B59C-4915-96A2-6D2EC0B50E27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E0DCC5-8BC1-4196-B140-6415C36ECA2F}">
      <dgm:prSet/>
      <dgm:spPr/>
      <dgm:t>
        <a:bodyPr/>
        <a:lstStyle/>
        <a:p>
          <a:r>
            <a:rPr lang="en-US"/>
            <a:t>Added multiple-dog entry</a:t>
          </a:r>
        </a:p>
      </dgm:t>
    </dgm:pt>
    <dgm:pt modelId="{5DA48B09-D6DB-4683-A53A-3D51545BA4EC}" type="parTrans" cxnId="{65BE554B-DF56-4A9A-99B2-8454066E3B41}">
      <dgm:prSet/>
      <dgm:spPr/>
      <dgm:t>
        <a:bodyPr/>
        <a:lstStyle/>
        <a:p>
          <a:endParaRPr lang="en-US"/>
        </a:p>
      </dgm:t>
    </dgm:pt>
    <dgm:pt modelId="{FF4B8408-E7AA-431C-9351-D27106217592}" type="sibTrans" cxnId="{65BE554B-DF56-4A9A-99B2-8454066E3B41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endParaRPr lang="en-US"/>
        </a:p>
      </dgm:t>
    </dgm:pt>
    <dgm:pt modelId="{BE2C2130-34E4-4766-A3D3-08917F865E57}">
      <dgm:prSet/>
      <dgm:spPr/>
      <dgm:t>
        <a:bodyPr/>
        <a:lstStyle/>
        <a:p>
          <a:r>
            <a:rPr lang="en-US"/>
            <a:t>(after setting it up for one dog only)</a:t>
          </a:r>
        </a:p>
      </dgm:t>
    </dgm:pt>
    <dgm:pt modelId="{E0DC93F7-B464-400B-992D-340DB041A27A}" type="parTrans" cxnId="{D33ACE90-6EE1-4C55-A71A-3F86514ADAD2}">
      <dgm:prSet/>
      <dgm:spPr/>
      <dgm:t>
        <a:bodyPr/>
        <a:lstStyle/>
        <a:p>
          <a:endParaRPr lang="en-US"/>
        </a:p>
      </dgm:t>
    </dgm:pt>
    <dgm:pt modelId="{7D4CD0D6-AF84-40F3-9E55-E8E8918DF1F8}" type="sibTrans" cxnId="{D33ACE90-6EE1-4C55-A71A-3F86514ADAD2}">
      <dgm:prSet/>
      <dgm:spPr/>
      <dgm:t>
        <a:bodyPr/>
        <a:lstStyle/>
        <a:p>
          <a:endParaRPr lang="en-US"/>
        </a:p>
      </dgm:t>
    </dgm:pt>
    <dgm:pt modelId="{6409FCC1-B0A7-4563-890F-6B6C92F7B5DF}" type="pres">
      <dgm:prSet presAssocID="{8C17EADD-B59C-4915-96A2-6D2EC0B50E27}" presName="diagram" presStyleCnt="0">
        <dgm:presLayoutVars>
          <dgm:dir/>
          <dgm:resizeHandles/>
        </dgm:presLayoutVars>
      </dgm:prSet>
      <dgm:spPr/>
    </dgm:pt>
    <dgm:pt modelId="{8C072727-0B2B-43AC-A18E-CDAF64EF95A0}" type="pres">
      <dgm:prSet presAssocID="{CDE0DCC5-8BC1-4196-B140-6415C36ECA2F}" presName="firstNode" presStyleLbl="node1" presStyleIdx="0" presStyleCnt="2">
        <dgm:presLayoutVars>
          <dgm:bulletEnabled val="1"/>
        </dgm:presLayoutVars>
      </dgm:prSet>
      <dgm:spPr/>
    </dgm:pt>
    <dgm:pt modelId="{71B23B35-3ABB-44D7-A0D5-057DFB9790A5}" type="pres">
      <dgm:prSet presAssocID="{FF4B8408-E7AA-431C-9351-D27106217592}" presName="sibTrans" presStyleLbl="sibTrans2D1" presStyleIdx="0" presStyleCnt="1" custAng="16200000" custScaleX="124847" custScaleY="102403"/>
      <dgm:spPr>
        <a:prstGeom prst="star5">
          <a:avLst/>
        </a:prstGeom>
      </dgm:spPr>
    </dgm:pt>
    <dgm:pt modelId="{C7716D36-51BD-4CD7-9DCF-FF2AD64FB9B6}" type="pres">
      <dgm:prSet presAssocID="{BE2C2130-34E4-4766-A3D3-08917F865E57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591C8460-65D0-46D1-836C-C4A5D2150056}" type="presOf" srcId="{FF4B8408-E7AA-431C-9351-D27106217592}" destId="{71B23B35-3ABB-44D7-A0D5-057DFB9790A5}" srcOrd="0" destOrd="0" presId="urn:microsoft.com/office/officeart/2005/8/layout/bProcess2"/>
    <dgm:cxn modelId="{65BE554B-DF56-4A9A-99B2-8454066E3B41}" srcId="{8C17EADD-B59C-4915-96A2-6D2EC0B50E27}" destId="{CDE0DCC5-8BC1-4196-B140-6415C36ECA2F}" srcOrd="0" destOrd="0" parTransId="{5DA48B09-D6DB-4683-A53A-3D51545BA4EC}" sibTransId="{FF4B8408-E7AA-431C-9351-D27106217592}"/>
    <dgm:cxn modelId="{CB213072-4493-496D-B8EC-9E9C9A729F7C}" type="presOf" srcId="{BE2C2130-34E4-4766-A3D3-08917F865E57}" destId="{C7716D36-51BD-4CD7-9DCF-FF2AD64FB9B6}" srcOrd="0" destOrd="0" presId="urn:microsoft.com/office/officeart/2005/8/layout/bProcess2"/>
    <dgm:cxn modelId="{27D88987-EF32-4BD3-AE8C-CFF205A6E4B6}" type="presOf" srcId="{8C17EADD-B59C-4915-96A2-6D2EC0B50E27}" destId="{6409FCC1-B0A7-4563-890F-6B6C92F7B5DF}" srcOrd="0" destOrd="0" presId="urn:microsoft.com/office/officeart/2005/8/layout/bProcess2"/>
    <dgm:cxn modelId="{D33ACE90-6EE1-4C55-A71A-3F86514ADAD2}" srcId="{8C17EADD-B59C-4915-96A2-6D2EC0B50E27}" destId="{BE2C2130-34E4-4766-A3D3-08917F865E57}" srcOrd="1" destOrd="0" parTransId="{E0DC93F7-B464-400B-992D-340DB041A27A}" sibTransId="{7D4CD0D6-AF84-40F3-9E55-E8E8918DF1F8}"/>
    <dgm:cxn modelId="{A58C5ED1-35C0-4D11-AF53-AA5267DFF4ED}" type="presOf" srcId="{CDE0DCC5-8BC1-4196-B140-6415C36ECA2F}" destId="{8C072727-0B2B-43AC-A18E-CDAF64EF95A0}" srcOrd="0" destOrd="0" presId="urn:microsoft.com/office/officeart/2005/8/layout/bProcess2"/>
    <dgm:cxn modelId="{5178ACAF-2CDD-4DE2-B82E-D466CC2F7C18}" type="presParOf" srcId="{6409FCC1-B0A7-4563-890F-6B6C92F7B5DF}" destId="{8C072727-0B2B-43AC-A18E-CDAF64EF95A0}" srcOrd="0" destOrd="0" presId="urn:microsoft.com/office/officeart/2005/8/layout/bProcess2"/>
    <dgm:cxn modelId="{1D6727B0-5123-4E0C-B326-32145538A5EF}" type="presParOf" srcId="{6409FCC1-B0A7-4563-890F-6B6C92F7B5DF}" destId="{71B23B35-3ABB-44D7-A0D5-057DFB9790A5}" srcOrd="1" destOrd="0" presId="urn:microsoft.com/office/officeart/2005/8/layout/bProcess2"/>
    <dgm:cxn modelId="{609E5F84-9CF3-42AB-9635-9392990EAB15}" type="presParOf" srcId="{6409FCC1-B0A7-4563-890F-6B6C92F7B5DF}" destId="{C7716D36-51BD-4CD7-9DCF-FF2AD64FB9B6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865338-11FC-4F14-9692-3BB8AC60B8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05CB7A-08C8-4143-9DB1-18537E542DAE}">
      <dgm:prSet/>
      <dgm:spPr/>
      <dgm:t>
        <a:bodyPr/>
        <a:lstStyle/>
        <a:p>
          <a:r>
            <a:rPr lang="en-US"/>
            <a:t>Stick to plan</a:t>
          </a:r>
        </a:p>
      </dgm:t>
    </dgm:pt>
    <dgm:pt modelId="{FE7B1441-92C7-4F8B-BF28-9D83706594BC}" type="parTrans" cxnId="{DDC234A0-6F17-4BF6-9E1A-3C50ABAC7E85}">
      <dgm:prSet/>
      <dgm:spPr/>
      <dgm:t>
        <a:bodyPr/>
        <a:lstStyle/>
        <a:p>
          <a:endParaRPr lang="en-US"/>
        </a:p>
      </dgm:t>
    </dgm:pt>
    <dgm:pt modelId="{10304495-3E2C-4436-9FBC-6ED88921CA65}" type="sibTrans" cxnId="{DDC234A0-6F17-4BF6-9E1A-3C50ABAC7E85}">
      <dgm:prSet/>
      <dgm:spPr/>
      <dgm:t>
        <a:bodyPr/>
        <a:lstStyle/>
        <a:p>
          <a:endParaRPr lang="en-US"/>
        </a:p>
      </dgm:t>
    </dgm:pt>
    <dgm:pt modelId="{9ACB1804-FA99-4CA9-BA59-1C8F6381A3F2}">
      <dgm:prSet/>
      <dgm:spPr/>
      <dgm:t>
        <a:bodyPr/>
        <a:lstStyle/>
        <a:p>
          <a:r>
            <a:rPr lang="en-US"/>
            <a:t>Set a timer</a:t>
          </a:r>
        </a:p>
      </dgm:t>
    </dgm:pt>
    <dgm:pt modelId="{37A4303A-19A7-46AC-9248-C92A091B8FB4}" type="parTrans" cxnId="{595B5850-17D3-4E08-B60F-F50F01D1B02D}">
      <dgm:prSet/>
      <dgm:spPr/>
      <dgm:t>
        <a:bodyPr/>
        <a:lstStyle/>
        <a:p>
          <a:endParaRPr lang="en-US"/>
        </a:p>
      </dgm:t>
    </dgm:pt>
    <dgm:pt modelId="{D07283AC-4619-4199-801C-A5FFDF2AD1C6}" type="sibTrans" cxnId="{595B5850-17D3-4E08-B60F-F50F01D1B02D}">
      <dgm:prSet/>
      <dgm:spPr/>
      <dgm:t>
        <a:bodyPr/>
        <a:lstStyle/>
        <a:p>
          <a:endParaRPr lang="en-US"/>
        </a:p>
      </dgm:t>
    </dgm:pt>
    <dgm:pt modelId="{B51E071B-53A1-4914-B020-E46D5E1891F2}" type="pres">
      <dgm:prSet presAssocID="{0C865338-11FC-4F14-9692-3BB8AC60B897}" presName="root" presStyleCnt="0">
        <dgm:presLayoutVars>
          <dgm:dir/>
          <dgm:resizeHandles val="exact"/>
        </dgm:presLayoutVars>
      </dgm:prSet>
      <dgm:spPr/>
    </dgm:pt>
    <dgm:pt modelId="{FAAF3721-22A1-48C9-8C3D-1D0C52DA4EA2}" type="pres">
      <dgm:prSet presAssocID="{1C05CB7A-08C8-4143-9DB1-18537E542DAE}" presName="compNode" presStyleCnt="0"/>
      <dgm:spPr/>
    </dgm:pt>
    <dgm:pt modelId="{9CD286E5-4931-4B25-BACF-D57A368C5054}" type="pres">
      <dgm:prSet presAssocID="{1C05CB7A-08C8-4143-9DB1-18537E542DA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A0A83B4C-863B-48BB-BC23-88DE322319B8}" type="pres">
      <dgm:prSet presAssocID="{1C05CB7A-08C8-4143-9DB1-18537E542DAE}" presName="spaceRect" presStyleCnt="0"/>
      <dgm:spPr/>
    </dgm:pt>
    <dgm:pt modelId="{698F7F37-45DB-4D60-9D1F-ECB834692A23}" type="pres">
      <dgm:prSet presAssocID="{1C05CB7A-08C8-4143-9DB1-18537E542DAE}" presName="textRect" presStyleLbl="revTx" presStyleIdx="0" presStyleCnt="2">
        <dgm:presLayoutVars>
          <dgm:chMax val="1"/>
          <dgm:chPref val="1"/>
        </dgm:presLayoutVars>
      </dgm:prSet>
      <dgm:spPr/>
    </dgm:pt>
    <dgm:pt modelId="{90E96BEE-7716-4D71-9FD4-A138EF192E32}" type="pres">
      <dgm:prSet presAssocID="{10304495-3E2C-4436-9FBC-6ED88921CA65}" presName="sibTrans" presStyleCnt="0"/>
      <dgm:spPr/>
    </dgm:pt>
    <dgm:pt modelId="{467B8488-556E-4FD5-BC05-E4E4F91CF3CC}" type="pres">
      <dgm:prSet presAssocID="{9ACB1804-FA99-4CA9-BA59-1C8F6381A3F2}" presName="compNode" presStyleCnt="0"/>
      <dgm:spPr/>
    </dgm:pt>
    <dgm:pt modelId="{429B72F4-2C41-4AE5-946E-20021229E573}" type="pres">
      <dgm:prSet presAssocID="{9ACB1804-FA99-4CA9-BA59-1C8F6381A3F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DAC00B4-0E01-4F92-B306-9D8F50257E03}" type="pres">
      <dgm:prSet presAssocID="{9ACB1804-FA99-4CA9-BA59-1C8F6381A3F2}" presName="spaceRect" presStyleCnt="0"/>
      <dgm:spPr/>
    </dgm:pt>
    <dgm:pt modelId="{686905A1-BEEA-4CE8-B4F5-F6458087C26F}" type="pres">
      <dgm:prSet presAssocID="{9ACB1804-FA99-4CA9-BA59-1C8F6381A3F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C39682A-7B49-4AA4-AF47-4F3542C6BED6}" type="presOf" srcId="{1C05CB7A-08C8-4143-9DB1-18537E542DAE}" destId="{698F7F37-45DB-4D60-9D1F-ECB834692A23}" srcOrd="0" destOrd="0" presId="urn:microsoft.com/office/officeart/2018/2/layout/IconLabelList"/>
    <dgm:cxn modelId="{7772752D-CD18-4416-AFD9-152438EEAB95}" type="presOf" srcId="{0C865338-11FC-4F14-9692-3BB8AC60B897}" destId="{B51E071B-53A1-4914-B020-E46D5E1891F2}" srcOrd="0" destOrd="0" presId="urn:microsoft.com/office/officeart/2018/2/layout/IconLabelList"/>
    <dgm:cxn modelId="{69E51C6A-FDDE-43F5-8204-D1307B6EBB7B}" type="presOf" srcId="{9ACB1804-FA99-4CA9-BA59-1C8F6381A3F2}" destId="{686905A1-BEEA-4CE8-B4F5-F6458087C26F}" srcOrd="0" destOrd="0" presId="urn:microsoft.com/office/officeart/2018/2/layout/IconLabelList"/>
    <dgm:cxn modelId="{595B5850-17D3-4E08-B60F-F50F01D1B02D}" srcId="{0C865338-11FC-4F14-9692-3BB8AC60B897}" destId="{9ACB1804-FA99-4CA9-BA59-1C8F6381A3F2}" srcOrd="1" destOrd="0" parTransId="{37A4303A-19A7-46AC-9248-C92A091B8FB4}" sibTransId="{D07283AC-4619-4199-801C-A5FFDF2AD1C6}"/>
    <dgm:cxn modelId="{DDC234A0-6F17-4BF6-9E1A-3C50ABAC7E85}" srcId="{0C865338-11FC-4F14-9692-3BB8AC60B897}" destId="{1C05CB7A-08C8-4143-9DB1-18537E542DAE}" srcOrd="0" destOrd="0" parTransId="{FE7B1441-92C7-4F8B-BF28-9D83706594BC}" sibTransId="{10304495-3E2C-4436-9FBC-6ED88921CA65}"/>
    <dgm:cxn modelId="{145A1E72-E418-49EB-946A-A7E2A1D19D6A}" type="presParOf" srcId="{B51E071B-53A1-4914-B020-E46D5E1891F2}" destId="{FAAF3721-22A1-48C9-8C3D-1D0C52DA4EA2}" srcOrd="0" destOrd="0" presId="urn:microsoft.com/office/officeart/2018/2/layout/IconLabelList"/>
    <dgm:cxn modelId="{24126926-5A94-4D32-A2E1-EB7531683B72}" type="presParOf" srcId="{FAAF3721-22A1-48C9-8C3D-1D0C52DA4EA2}" destId="{9CD286E5-4931-4B25-BACF-D57A368C5054}" srcOrd="0" destOrd="0" presId="urn:microsoft.com/office/officeart/2018/2/layout/IconLabelList"/>
    <dgm:cxn modelId="{6C805E2F-4895-4C5C-9E79-D9AF229BF133}" type="presParOf" srcId="{FAAF3721-22A1-48C9-8C3D-1D0C52DA4EA2}" destId="{A0A83B4C-863B-48BB-BC23-88DE322319B8}" srcOrd="1" destOrd="0" presId="urn:microsoft.com/office/officeart/2018/2/layout/IconLabelList"/>
    <dgm:cxn modelId="{DF54439F-8D14-4232-918D-958568267F01}" type="presParOf" srcId="{FAAF3721-22A1-48C9-8C3D-1D0C52DA4EA2}" destId="{698F7F37-45DB-4D60-9D1F-ECB834692A23}" srcOrd="2" destOrd="0" presId="urn:microsoft.com/office/officeart/2018/2/layout/IconLabelList"/>
    <dgm:cxn modelId="{8D180E28-1204-4FF1-9C38-A9A397B764E7}" type="presParOf" srcId="{B51E071B-53A1-4914-B020-E46D5E1891F2}" destId="{90E96BEE-7716-4D71-9FD4-A138EF192E32}" srcOrd="1" destOrd="0" presId="urn:microsoft.com/office/officeart/2018/2/layout/IconLabelList"/>
    <dgm:cxn modelId="{6D64348E-B830-4789-BBC3-38DC844779E3}" type="presParOf" srcId="{B51E071B-53A1-4914-B020-E46D5E1891F2}" destId="{467B8488-556E-4FD5-BC05-E4E4F91CF3CC}" srcOrd="2" destOrd="0" presId="urn:microsoft.com/office/officeart/2018/2/layout/IconLabelList"/>
    <dgm:cxn modelId="{3510A30D-4102-4F27-BC3C-C352B1967CC6}" type="presParOf" srcId="{467B8488-556E-4FD5-BC05-E4E4F91CF3CC}" destId="{429B72F4-2C41-4AE5-946E-20021229E573}" srcOrd="0" destOrd="0" presId="urn:microsoft.com/office/officeart/2018/2/layout/IconLabelList"/>
    <dgm:cxn modelId="{7E49168E-CDFE-4B91-9643-7693E7EF2B60}" type="presParOf" srcId="{467B8488-556E-4FD5-BC05-E4E4F91CF3CC}" destId="{0DAC00B4-0E01-4F92-B306-9D8F50257E03}" srcOrd="1" destOrd="0" presId="urn:microsoft.com/office/officeart/2018/2/layout/IconLabelList"/>
    <dgm:cxn modelId="{D06EA0F7-2407-45E6-9B9A-DB2CD8862D0C}" type="presParOf" srcId="{467B8488-556E-4FD5-BC05-E4E4F91CF3CC}" destId="{686905A1-BEEA-4CE8-B4F5-F6458087C26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A1787-9403-44D1-8A03-C57562E99098}">
      <dsp:nvSpPr>
        <dsp:cNvPr id="0" name=""/>
        <dsp:cNvSpPr/>
      </dsp:nvSpPr>
      <dsp:spPr>
        <a:xfrm>
          <a:off x="1205" y="488698"/>
          <a:ext cx="4700120" cy="28200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Wrote outline first</a:t>
          </a:r>
        </a:p>
      </dsp:txBody>
      <dsp:txXfrm>
        <a:off x="1205" y="488698"/>
        <a:ext cx="4700120" cy="2820072"/>
      </dsp:txXfrm>
    </dsp:sp>
    <dsp:sp modelId="{9B53CBB3-E747-4983-930E-AE4372CD2FC8}">
      <dsp:nvSpPr>
        <dsp:cNvPr id="0" name=""/>
        <dsp:cNvSpPr/>
      </dsp:nvSpPr>
      <dsp:spPr>
        <a:xfrm>
          <a:off x="5171337" y="488698"/>
          <a:ext cx="4700120" cy="2820072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Pseudocoded logic</a:t>
          </a:r>
        </a:p>
      </dsp:txBody>
      <dsp:txXfrm>
        <a:off x="5171337" y="488698"/>
        <a:ext cx="4700120" cy="28200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DD666-DBA9-44A4-BFC3-0B7905350CFB}">
      <dsp:nvSpPr>
        <dsp:cNvPr id="0" name=""/>
        <dsp:cNvSpPr/>
      </dsp:nvSpPr>
      <dsp:spPr>
        <a:xfrm>
          <a:off x="1426331" y="33154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BDFFF-54D3-40C4-8EAA-168F449C4109}">
      <dsp:nvSpPr>
        <dsp:cNvPr id="0" name=""/>
        <dsp:cNvSpPr/>
      </dsp:nvSpPr>
      <dsp:spPr>
        <a:xfrm>
          <a:off x="238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Time management</a:t>
          </a:r>
        </a:p>
      </dsp:txBody>
      <dsp:txXfrm>
        <a:off x="238331" y="2745925"/>
        <a:ext cx="4320000" cy="720000"/>
      </dsp:txXfrm>
    </dsp:sp>
    <dsp:sp modelId="{EF48C611-5A24-47E8-9126-93059B3DA8AD}">
      <dsp:nvSpPr>
        <dsp:cNvPr id="0" name=""/>
        <dsp:cNvSpPr/>
      </dsp:nvSpPr>
      <dsp:spPr>
        <a:xfrm>
          <a:off x="6502331" y="33154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79174-EF36-45B3-9AFB-794E734712E7}">
      <dsp:nvSpPr>
        <dsp:cNvPr id="0" name=""/>
        <dsp:cNvSpPr/>
      </dsp:nvSpPr>
      <dsp:spPr>
        <a:xfrm>
          <a:off x="5314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Late-stage additions</a:t>
          </a:r>
        </a:p>
      </dsp:txBody>
      <dsp:txXfrm>
        <a:off x="5314331" y="2745925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72727-0B2B-43AC-A18E-CDAF64EF95A0}">
      <dsp:nvSpPr>
        <dsp:cNvPr id="0" name=""/>
        <dsp:cNvSpPr/>
      </dsp:nvSpPr>
      <dsp:spPr>
        <a:xfrm>
          <a:off x="194030" y="1814"/>
          <a:ext cx="3793840" cy="379384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Added multiple-dog entry</a:t>
          </a:r>
        </a:p>
      </dsp:txBody>
      <dsp:txXfrm>
        <a:off x="749625" y="557409"/>
        <a:ext cx="2682650" cy="2682650"/>
      </dsp:txXfrm>
    </dsp:sp>
    <dsp:sp modelId="{71B23B35-3ABB-44D7-A0D5-057DFB9790A5}">
      <dsp:nvSpPr>
        <dsp:cNvPr id="0" name=""/>
        <dsp:cNvSpPr/>
      </dsp:nvSpPr>
      <dsp:spPr>
        <a:xfrm>
          <a:off x="4284909" y="1271149"/>
          <a:ext cx="1359752" cy="1255171"/>
        </a:xfrm>
        <a:prstGeom prst="star5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16D36-51BD-4CD7-9DCF-FF2AD64FB9B6}">
      <dsp:nvSpPr>
        <dsp:cNvPr id="0" name=""/>
        <dsp:cNvSpPr/>
      </dsp:nvSpPr>
      <dsp:spPr>
        <a:xfrm>
          <a:off x="5884791" y="1814"/>
          <a:ext cx="3793840" cy="379384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(after setting it up for one dog only)</a:t>
          </a:r>
        </a:p>
      </dsp:txBody>
      <dsp:txXfrm>
        <a:off x="6440386" y="557409"/>
        <a:ext cx="2682650" cy="26826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286E5-4931-4B25-BACF-D57A368C5054}">
      <dsp:nvSpPr>
        <dsp:cNvPr id="0" name=""/>
        <dsp:cNvSpPr/>
      </dsp:nvSpPr>
      <dsp:spPr>
        <a:xfrm>
          <a:off x="1426331" y="33154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F7F37-45DB-4D60-9D1F-ECB834692A23}">
      <dsp:nvSpPr>
        <dsp:cNvPr id="0" name=""/>
        <dsp:cNvSpPr/>
      </dsp:nvSpPr>
      <dsp:spPr>
        <a:xfrm>
          <a:off x="238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Stick to plan</a:t>
          </a:r>
        </a:p>
      </dsp:txBody>
      <dsp:txXfrm>
        <a:off x="238331" y="2745925"/>
        <a:ext cx="4320000" cy="720000"/>
      </dsp:txXfrm>
    </dsp:sp>
    <dsp:sp modelId="{429B72F4-2C41-4AE5-946E-20021229E573}">
      <dsp:nvSpPr>
        <dsp:cNvPr id="0" name=""/>
        <dsp:cNvSpPr/>
      </dsp:nvSpPr>
      <dsp:spPr>
        <a:xfrm>
          <a:off x="6502331" y="33154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905A1-BEEA-4CE8-B4F5-F6458087C26F}">
      <dsp:nvSpPr>
        <dsp:cNvPr id="0" name=""/>
        <dsp:cNvSpPr/>
      </dsp:nvSpPr>
      <dsp:spPr>
        <a:xfrm>
          <a:off x="5314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Set a timer</a:t>
          </a:r>
        </a:p>
      </dsp:txBody>
      <dsp:txXfrm>
        <a:off x="5314331" y="274592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4479B-705B-4489-957E-7E8A228BDFA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98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9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64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5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0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9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0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3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9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5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0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2544F7-F764-3C68-0D3C-3266C01F50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Video 17" descr="Dog Titling It's Head">
            <a:extLst>
              <a:ext uri="{FF2B5EF4-FFF2-40B4-BE49-F238E27FC236}">
                <a16:creationId xmlns:a16="http://schemas.microsoft.com/office/drawing/2014/main" id="{41A77110-6A49-590C-0606-786D1EEBC0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43842" y="137160"/>
            <a:ext cx="11704317" cy="6583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0AA3AB-F2CF-A2CA-0763-DF597FA59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2012" y="1841678"/>
            <a:ext cx="5336272" cy="3052293"/>
          </a:xfrm>
          <a:solidFill>
            <a:srgbClr val="080808">
              <a:alpha val="36078"/>
            </a:srgbClr>
          </a:solidFill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sz="4600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1:</a:t>
            </a:r>
            <a:br>
              <a:rPr lang="en-US" sz="4600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Vet Clinic Registration</a:t>
            </a:r>
            <a:br>
              <a:rPr lang="en-US" sz="4600" b="1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600" b="1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600" b="0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 a human add their dogs to a clinic’s system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5B48C0E-A247-8EDE-1B70-46C13028BE00}"/>
              </a:ext>
            </a:extLst>
          </p:cNvPr>
          <p:cNvSpPr txBox="1">
            <a:spLocks/>
          </p:cNvSpPr>
          <p:nvPr/>
        </p:nvSpPr>
        <p:spPr>
          <a:xfrm>
            <a:off x="6272012" y="5072748"/>
            <a:ext cx="5336272" cy="452290"/>
          </a:xfrm>
          <a:prstGeom prst="rect">
            <a:avLst/>
          </a:prstGeom>
          <a:solidFill>
            <a:srgbClr val="080808">
              <a:alpha val="36863"/>
            </a:srgb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sz="1800" spc="300" dirty="0" err="1">
                <a:solidFill>
                  <a:srgbClr val="FFFFFF"/>
                </a:solidFill>
                <a:latin typeface="+mn-lt"/>
              </a:rPr>
              <a:t>daniel</a:t>
            </a:r>
            <a:r>
              <a:rPr lang="en-US" sz="1800" spc="3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800" spc="300" dirty="0" err="1">
                <a:solidFill>
                  <a:srgbClr val="FFFFFF"/>
                </a:solidFill>
                <a:latin typeface="+mn-lt"/>
              </a:rPr>
              <a:t>shiloh</a:t>
            </a:r>
            <a:endParaRPr lang="en-US" sz="1800" spc="300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05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1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E1CB-8456-66A0-98D5-971128ED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What Went Right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9D9CB-BAE4-7E5C-9D4E-386E9637F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470148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784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FAD6-15D7-01C0-90AE-2172261F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What Needs Improvement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BCEF96-70F3-18CD-6BE1-03E41C7B44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692176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128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C1EB-3179-A405-16A1-C3446D57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Risk and Change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EF4C3D-E402-83D8-7533-7EF059FB4A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643625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14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CAED-D774-3F72-41C9-B88BC0E4C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Actionable Advice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B7577F-A8E5-B03F-B6CC-0B4A55A4A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569399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136862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1149</TotalTime>
  <Words>61</Words>
  <Application>Microsoft Office PowerPoint</Application>
  <PresentationFormat>Widescreen</PresentationFormat>
  <Paragraphs>14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Corbel</vt:lpstr>
      <vt:lpstr>Basis</vt:lpstr>
      <vt:lpstr>Project 1: Vet Clinic Registration  let a human add their dogs to a clinic’s system</vt:lpstr>
      <vt:lpstr>What Went Right</vt:lpstr>
      <vt:lpstr>What Needs Improvement</vt:lpstr>
      <vt:lpstr>Risk and Change Management</vt:lpstr>
      <vt:lpstr>Actionable Advice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Shiloh</dc:creator>
  <cp:lastModifiedBy>Daniel Shiloh</cp:lastModifiedBy>
  <cp:revision>4</cp:revision>
  <dcterms:created xsi:type="dcterms:W3CDTF">2026-06-04T03:40:04Z</dcterms:created>
  <dcterms:modified xsi:type="dcterms:W3CDTF">2026-06-11T23:38:34Z</dcterms:modified>
</cp:coreProperties>
</file>